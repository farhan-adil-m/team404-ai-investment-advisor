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E5FF"/>
                </a:solidFill>
              </a:defRPr>
            </a:pPr>
            <a:r>
              <a:t>AI-Powered Personal Investment Advisor</a:t>
            </a:r>
          </a:p>
          <a:p>
            <a:pPr>
              <a:defRPr sz="2000">
                <a:solidFill>
                  <a:srgbClr val="FF2B85"/>
                </a:solidFill>
              </a:defRPr>
            </a:pPr>
            <a:r>
              <a:t>Background Analysis &amp; Risk-Based Planning · Matrix Hackathon 2026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Team404 — A.kruthika · Shaik Zeeshan · M. Farhan Adil · M. Noel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DRKVSRIT × Data Science · Oct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Investors' right decision depends on budget, experience, background &amp; risk comfort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No tool considers all of it together — beginners get generic advice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People who took losses don't know WHY it happened or how to recover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Emotion (hype, panic) drives decisions instead of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5-step wizard: Rich Profile → Loss Analysis → Risk → Plan → Ongoing Optimizer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Asks what real advice needs: age, income, expenses, dependents, goals, emergency fund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Every claim proven against REAL market data (yfinance, 12 live tickers)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Deterministic AI rule-engine — works offline, cannot crash on API outages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Advisory rules: 110−age glide path · goal buckets · emergency-fund gate ·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risk capacity vs willingness (binding = min)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Built &amp; verified by an agent workflow under 18 strict hackathon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Loss taxonomy detects: bought-at-peak, panic-sell, hype-chase, concentration…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with hard evidence (e.g. “entry within 0.8% of 90-day high”)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DUAL PLAN: Recommended-for-you (profile-driven) + Build-your-own (live sliders,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expected return vs worst-case trade-off, guard-rail warnings)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High-risk: aggressive picks w/ live momentum, volatility, drawdown + reasoning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Low-risk: SIP with 3/5/10y scenarios, seasonality chart, dip-window timing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Optimizer: dip → top-up amount, drift &gt;5pp → rebalance, vol spike → 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1. Rich intake: age 28, ₹80k income, goal 12y, risk willingness 4/5, budget ₹1L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2. Loss: bought 2025-02-11 (peak!), exited 2025-03-13 (−8.8% dip) → AI explains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3. Risk: YES → Recommended plan (76% equity, emergency-gate flag) vs Custom sliders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4. Alternative: NO → SIP ₹10k/mo, 10y projection, best-month reminder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5. Optimizer: live signals (“Crypto +32% → rebalance”)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Beginners finally get explained, evidence-backed guidance — not generic tips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Turns past losses into specific, provable lessons instead of vague regret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Encourages disciplined SIP / rebalancing habits (Behavioural finance fix)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100% free, open, offline-safe; works on any laptop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Judging: 30 pts live execution · 25 innovation · 20 UI · 15 impact · 10 fit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